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0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41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4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41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4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24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1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1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1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9388A-934C-486A-85B3-338F7BD499D0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48DCA-C6D7-406D-8A63-461B46DC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08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5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08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0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3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Nyk Rayne</dc:creator>
  <cp:lastModifiedBy>Nyk Rayne</cp:lastModifiedBy>
  <cp:revision>1</cp:revision>
  <dcterms:created xsi:type="dcterms:W3CDTF">2020-11-05T21:02:00Z</dcterms:created>
  <dcterms:modified xsi:type="dcterms:W3CDTF">2020-11-05T21:02:24Z</dcterms:modified>
</cp:coreProperties>
</file>